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Leave-behind. Founder: Tyler Brasseaux, founder and systems architect. Independent engineer. Disclosure: Room messages are delivered live and are not stored by Avelis.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ONE-PAGER  · 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01 /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DECE4"/>
                </a:solidFill>
                <a:latin typeface="Calibri"/>
              </a:rPr>
              <a:t>AI conflict resolution in private rooms.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AAB0"/>
                </a:solidFill>
                <a:latin typeface="Calibri"/>
              </a:rPr>
              <a:t>A visible agent sits in the room. The talk is not stored. The ledger is process.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011680"/>
            <a:ext cx="5532120" cy="233172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011680"/>
            <a:ext cx="19050" cy="2331720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212848"/>
            <a:ext cx="5020056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CE4"/>
                </a:solidFill>
                <a:latin typeface="Calibri"/>
              </a:rPr>
              <a:t>What it does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2578608"/>
            <a:ext cx="5020056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ACB8"/>
                </a:solidFill>
                <a:latin typeface="Calibri"/>
              </a:rPr>
              <a:t>Private live room. RAM caucus. Shared clock. Mesh voice Avelis does not hear. Named Fisher/Ury moves. Destruction receipt.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011680"/>
            <a:ext cx="5486400" cy="233172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212848"/>
            <a:ext cx="4974336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CE4"/>
                </a:solidFill>
                <a:latin typeface="Calibri"/>
              </a:rPr>
              <a:t>What it is not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578608"/>
            <a:ext cx="4974336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ACB8"/>
                </a:solidFill>
                <a:latin typeface="Calibri"/>
              </a:rPr>
              <a:t>Not a chat app, case file, or directory. Not an AI judge. Not legal-hold. Does not claim privilege.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26280"/>
            <a:ext cx="2743200" cy="178308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663440"/>
            <a:ext cx="2377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WORKING TAM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19472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ECE4"/>
                </a:solidFill>
                <a:latin typeface="Calibri"/>
              </a:rPr>
              <a:t>$980M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ACB8"/>
                </a:solidFill>
                <a:latin typeface="Calibri"/>
              </a:rPr>
              <a:t>Session software + facilitator agents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526280"/>
            <a:ext cx="2743200" cy="178308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4663440"/>
            <a:ext cx="2377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SAM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19472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ECE4"/>
                </a:solidFill>
                <a:latin typeface="Calibri"/>
              </a:rPr>
              <a:t>$146M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4406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ACB8"/>
                </a:solidFill>
                <a:latin typeface="Calibri"/>
              </a:rPr>
              <a:t>≈2,800 institutional hosts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526280"/>
            <a:ext cx="2743200" cy="178308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663440"/>
            <a:ext cx="2377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FY31 ARR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919472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ECE4"/>
                </a:solidFill>
                <a:latin typeface="Calibri"/>
              </a:rPr>
              <a:t>$14.8M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4406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ACB8"/>
                </a:solidFill>
                <a:latin typeface="Calibri"/>
              </a:rPr>
              <a:t>220 hosts · $67k ACV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4526280"/>
            <a:ext cx="2743200" cy="178308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4663440"/>
            <a:ext cx="2377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SEED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919472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ECE4"/>
                </a:solidFill>
                <a:latin typeface="Calibri"/>
              </a:rPr>
              <a:t>$2.0M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4406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ACB8"/>
                </a:solidFill>
                <a:latin typeface="Calibri"/>
              </a:rPr>
              <a:t>18 months to ~$1M ARR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